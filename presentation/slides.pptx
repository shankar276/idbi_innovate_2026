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4400">
                <a:solidFill>
                  <a:srgbClr val="0066CC"/>
                </a:solidFill>
              </a:defRPr>
            </a:pPr>
            <a:r>
              <a:t>Smart Financial Twin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000000"/>
                </a:solidFill>
              </a:defRPr>
            </a:pPr>
            <a:r>
              <a:t>AI-Powered Personal Finance Advisor</a:t>
            </a:r>
          </a:p>
          <a:p>
            <a:r>
              <a:t>IDBI InnovaTech 2026</a:t>
            </a:r>
          </a:p>
          <a:p>
            <a:r>
              <a:t>Team: [Your Team Name]</a:t>
            </a:r>
          </a:p>
          <a:p>
            <a:r>
              <a:t>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The Gap in Personal Financial Planning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000000"/>
                </a:solidFill>
              </a:defRPr>
            </a:pPr>
            <a:r>
              <a:t>60% of Indians lack access to personalized financial advice.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Traditional banking apps provide static insights (no 'what-if' scenarios).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Fraud detection is reactive, not predictive.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No unified view of financial health (savings, loans, investments).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Meet Your Digital Financial Twin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000000"/>
                </a:solidFill>
              </a:defRPr>
            </a:pPr>
            <a:r>
              <a:t>Predictive Analytics: Loan eligibility, fraud risk, retirement planning.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Scenario Simulator: 'What if I buy a car?' → AI simulates impact.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Real-Time Insights: Cash flow forecasting, fraud alerts, investment readiness.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Natural Language Queries: Ask 'Can I afford a home loan?'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Tech Stack &amp;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000000"/>
                </a:solidFill>
              </a:defRPr>
            </a:pPr>
            <a:r>
              <a:t>Frontend: React + Tailwind + Plotly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Backend: FastAPI + PostgreSQL + Redis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ML Models: XGBoost (loan eligibility), CatBoost (fraud detection)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Explainability: SHAP for RBI/IDBI compliance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Innovation: Federated learning (privacy-preserving), NLP queries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66CC"/>
                </a:solidFill>
              </a:defRPr>
            </a:pPr>
            <a:r>
              <a:t>Business Impact &amp;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000000"/>
                </a:solidFill>
              </a:defRPr>
            </a:pPr>
            <a:r>
              <a:t>Banks: Reduce loan defaults by 30% with predictive scoring.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Users: Save ₹50,000/year with personalized advice.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Society: Financial inclusion for 500M+ Indians.</a:t>
            </a:r>
          </a:p>
          <a:p>
            <a:pPr>
              <a:defRPr sz="2000" b="1">
                <a:solidFill>
                  <a:srgbClr val="0066CC"/>
                </a:solidFill>
              </a:defRPr>
            </a:pPr>
            <a:r>
              <a:t>Roadmap: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Phase 1: Pilot with IDBI Bank (Q4 2026)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Phase 2: Integrate with UPI/Aadhaar (2027)</a:t>
            </a:r>
          </a:p>
          <a:p>
            <a:pPr lvl="1">
              <a:defRPr sz="1800">
                <a:solidFill>
                  <a:srgbClr val="000000"/>
                </a:solidFill>
              </a:defRPr>
            </a:pPr>
            <a:r>
              <a:t>Phase 3: Expand to insurance/investments (2028)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